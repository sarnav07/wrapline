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Click="1" dur="6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Click="1" dur="500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Click="1" dur="500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Click="1" dur="500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Click="1" dur="600">
    <p:dissolv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Click="1" dur="500">
    <p:pull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Click="1" dur="6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Click="1" dur="500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Click="1" dur="500">
    <p:wipe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Click="1" dur="500">
    <p:cover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Click="1" dur="600">
    <p:dissolv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Click="1" dur="500">
    <p:pull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Click="1" dur="6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